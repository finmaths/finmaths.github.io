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we start a unit on money: how people earn it, how it grows, and what it costs to spend or borrow it. We start with one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five job ads are made up for this lesson. Let's read them together. Point out any word you have not seen before, like p.a., commission or royalty. I will explain each one today. Now vote: hands up for A, B, C, D,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No, it depends. We need the barista's hours, how much the salesperson sells, how many shirts are printed and how many books are sold.
Expected: Find the barista's hours, then put both jobs over the same time, for example per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plan. Today: the different ways people are paid. Next lesson: extra pay for overtime, weekends and public holidays. Then weekly, monthly and yearly pay, tax and take-home pay. By the end of Lesson 3 you will be able to answer today's question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quiz link on the class page. Work on your own; calculators are allowed. You will see your result as soon as you submit.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what we are learning today, and how you will know you have it. We will come back to these three boxes at the end of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$25 × 20 = $500.
Expected: Usually not. A salary is a set amount for the year, paid in equal parts, unless the contract says otherwise.
Start your vocabulary cards with wage and salary.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every step. Commission is 5% of what she sells. 5% as a decimal is 0.05. 0.05 times 6000 is 300. Then add the retainer: 400 plus 300 is 700.
Expected: Per cent means out of 100, so 5% = 5 ÷ 100 = 0.05. 0.5 would be 50%.
Expected: On the $6,000. Commission is a percentage of what she sells, not of her retainer.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 at the arrow. The 5% comes from the $6,000 of sales. The $400 retainer is paid whatever she sells, and it is added afterwards. 5% of the $400 would give only $20.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0.05 × $9,000 = $450. $400 + $450 = $850.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For what he produces. The more shirts he prints, the more he earns. The photo shows fruit picking, which is often paid this way: so much per 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Both depend on sales. A royalty is paid to the person who created the work each time it is sold or used. It can be a percentage of the price, like this book, or a set amount each time, like a song being streamed.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on your own. I will come round and check two things: that you change the percentage to a decimal, and that commission is worked out on the sales, not on the retainer. Use your vocabulary cards if you get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A wage, B salary, C retainer plus commission, D piecework, E royalty.
Key question, any reasoned answer: a wage because the pay is the same each week; commission because good sales can earn more, though the pay changes; piecework because working faster earns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exit ticket and collect it before you leave. Next lesson: what happens to Ella's pay on a Sunday?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job pays the most?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 · Ways of earning money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10 · Financial mathematics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jobs. Which one pays the most?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 with your hand up: A, B, C, D or 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4630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barista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93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 per hour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76600" y="13258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3760" y="14630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898392" y="14630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assistant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13760" y="19293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$58,500 p.a.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13258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160" y="14630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31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7792" y="14630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shop sales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3160" y="19293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per week + 5% commission on sales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866900" y="29260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4060" y="30632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0406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488692" y="30632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T-shirt printer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004060" y="35295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$1.80 per shirt printed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86300" y="2926080"/>
            <a:ext cx="259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23460" y="306324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2346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08092" y="306324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Children's book author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823460" y="3529584"/>
            <a:ext cx="231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royalty on every book sold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we actually tell which job pays the most?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we need to know first?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42316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42316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we need to do to compare the barista with the office assistant?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Think. Then tell the person next to you.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 per hour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30552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21992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$58,500 p.a.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03904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95344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per week + 5% commission on sales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77256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68696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$1.80 per shirt printed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50608" y="4023360"/>
            <a:ext cx="153619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42048" y="4023360"/>
            <a:ext cx="1353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royalty on every book sold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unit goes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Lesson 3 you can answer "Which job pays the most?" properly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16152" y="2377440"/>
            <a:ext cx="6711696" cy="0"/>
          </a:xfrm>
          <a:prstGeom prst="line">
            <a:avLst/>
          </a:prstGeom>
          <a:noFill/>
          <a:ln w="3810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21408"/>
            <a:ext cx="512064" cy="512064"/>
          </a:xfrm>
          <a:prstGeom prst="ellipse">
            <a:avLst/>
          </a:prstGeom>
          <a:solidFill>
            <a:srgbClr val="1F7A8C"/>
          </a:solidFill>
          <a:ln w="381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Ways people are paid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38044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35124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5124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pay: overtime, weekends, public holidays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15968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13048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Weekly, monthly, yearly pay, tax and take-home pay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93892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B3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90972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4–6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90972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 interest on savings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671816" y="212140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55A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68896" y="2834640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7–9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3291840"/>
            <a:ext cx="1517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Spending money and financial decisions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6916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here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quiz · 10 minutes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quiz link on the class page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2651760"/>
          </a:xfrm>
          <a:prstGeom prst="roundRect">
            <a:avLst>
              <a:gd name="adj" fmla="val 3448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questions, on your own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Calculators allowed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result shows when you submit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32588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quiz checks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09160" y="178308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78308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709160" y="233172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23317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Multiplying and dividing money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288036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28803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pay periods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709160" y="3429000"/>
            <a:ext cx="39776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342900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 rule and timesheets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intention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learning to identify the different ways people are paid and to calculate earnings from a wage, commission, piecework and royalties.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6032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difference between a wage, a salary, commission, piecework and a royalty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24612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wage from an hourly rate and the hours worked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93192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earnings from commission, piecework and royalties, and work backwards from total pay to find sales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or salary?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4" name="Image 0" descr="/Users/xiepeiyi/Desktop/secondary teaching-skills/usyd/5663-Mathematics/assessments/at2-unit-of-work/website/assets/img/vocab-w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097280"/>
            <a:ext cx="182880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560320" y="1097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worked out as hours worked × hourly rate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974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Café barista: $25 per hour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960120"/>
            <a:ext cx="39776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9" name="Image 1" descr="/Users/xiepeiyi/Desktop/secondary teaching-skills/usyd/5663-Mathematics/assessments/at2-unit-of-work/website/assets/img/vocab-salar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097280"/>
            <a:ext cx="1828800" cy="1463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1097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set amount of pay for a year, paid in equal parts (for example weekly or monthly)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46320" y="26974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Office assistant: $58,500 p.a.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57200" y="349300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3493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Ella, the barista in ad A, works 20 hours this week at $25 per hour. What is her wage?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42062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420624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office assistant works 5 extra hours this week, does their pay go up?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1: commission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sells phones. She is paid a retainer of $400 per week plus 5% commission on her sales. This week she sold $6,000 of phones. What is her pay?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= 5% of $6,000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0.05 × $6,000 = $300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pay = $400 + $300 = $700</a:t>
            </a:r>
            <a:endParaRPr lang="en-US" sz="2200" dirty="0"/>
          </a:p>
        </p:txBody>
      </p:sp>
      <p:pic>
        <p:nvPicPr>
          <p:cNvPr id="5" name="Image 0" descr="/Users/xiepeiyi/Desktop/secondary teaching-skills/usyd/5663-Mathematics/assessments/at2-unit-of-work/website/assets/img/vocab-commiss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737360"/>
            <a:ext cx="2834640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65760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6576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we write 5% as 0.05 and not 0.5?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365760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36576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5% worked out on the $400 or on the $6,000?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5% come from?</a:t>
            </a:r>
            <a:endParaRPr lang="en-US" sz="2800" dirty="0"/>
          </a:p>
        </p:txBody>
      </p:sp>
      <p:pic>
        <p:nvPicPr>
          <p:cNvPr id="3" name="Image 0" descr="/var/folders/9c/bpqwjkxs5lx9pmncd7cyl1kh0000gn/T/tmp.tKaXtR8BGD/commission-retainer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203028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3447609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447609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is worked out on the sales. The retainer is added afterwards.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do: your turn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it out in your book before we check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2377440"/>
          </a:xfrm>
          <a:prstGeom prst="roundRect">
            <a:avLst>
              <a:gd name="adj" fmla="val 3846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sells $9,000 of phones next week. She still gets the $400 retainer plus 5% commission. What is her pay?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2: piecework</a:t>
            </a:r>
            <a:endParaRPr lang="en-US" sz="2800" dirty="0"/>
          </a:p>
        </p:txBody>
      </p:sp>
      <p:pic>
        <p:nvPicPr>
          <p:cNvPr id="3" name="Image 0" descr="/Users/xiepeiyi/Desktop/secondary teaching-skills/usyd/5663-Mathematics/assessments/at2-unit-of-work/website/assets/img/vocab-piece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914400"/>
            <a:ext cx="2834640" cy="2103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 prints T-shirts and is paid $1.80 for each shirt. On Tuesday he printed 240 shirts. How much does he earn?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574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= $1.80 × 240 = $432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743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Piecework: pay for each item produced or each task completed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566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35661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Tom paid for his time or for what he produces?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3: royalty</a:t>
            </a:r>
            <a:endParaRPr lang="en-US" sz="2800" dirty="0"/>
          </a:p>
        </p:txBody>
      </p:sp>
      <p:pic>
        <p:nvPicPr>
          <p:cNvPr id="3" name="Image 0" descr="/Users/xiepeiyi/Desktop/secondary teaching-skills/usyd/5663-Mathematics/assessments/at2-unit-of-work/website/assets/img/vocab-royal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914400"/>
            <a:ext cx="2834640" cy="2103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author earns a 10% royalty on each book sold. The book sells for $25 and 3,000 copies are sold. How much does the author earn?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1168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Royalty per book = 10% of $25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0.10 × $25 = $2.50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royalty = $2.50 × 3,000 = $7,500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3566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5661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a royalty like commission?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worksheet, on your own. Finished? Try the extension.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works 15 hours at $23.50 per hour. What is his wage?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car salesperson earns 3% commission. She sells a car for $28,000. How much commission does she earn?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fruit picker is paid $3.20 for each bucket of fruit and picks 85 buckets. How much does she earn?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musician earns a royalty of $0.004 each time her song is streamed. The song is streamed 250,000 times. How much does she earn?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(from Worked example 1) earned $820 this week, made up of her $400 retainer plus 5% commission. What were her sales?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art centre sells a painting for $1,800 and keeps 25% commission. How much does the artist receive? Read the paragraph about art centres on your worksheet first.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five jobs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of being paid is each one?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41732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barista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8366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 per hour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76600" y="128016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3760" y="141732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898392" y="141732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assistant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13760" y="188366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$58,500 p.a.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128016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160" y="141732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31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7792" y="141732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shop sales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3160" y="188366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per week + 5% commission on sales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866900" y="260604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4060" y="274320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0406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488692" y="274320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T-shirt printer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004060" y="320954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$1.80 per shirt printed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86300" y="2606040"/>
            <a:ext cx="25908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23460" y="2743200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2346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08092" y="2743200"/>
            <a:ext cx="185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Children's book author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823460" y="3209544"/>
            <a:ext cx="231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royalty on every book sold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069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way of being paid would you choose for your first job, and why?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00584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exit ticket on your own.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 the success criteria you can now do.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any you cannot tick, write the step that is still unclear.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15468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546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lesson  </a:t>
            </a:r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Ella's pay on a Sunday?</a:t>
            </a:r>
            <a:endParaRPr lang="en-US" sz="2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credits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wage: "Barista making coffee", rawpixel, CC0 1.0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salary: "Irene's office, across the asile [sic] from me" by wbaiv, CC BY-SA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commission: "House For Sale, Real Estate SOLD sign" by myguys.nova, CC BY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piecework: "Aunties Lay Leong, Susan and Julie with buckets of cherries" by avlxyz, CC BY-SA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royalty: "Books" by NeilGHamilton, CC BY 2.0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ads, names and figures are made up for this lesson.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Ways of Earning Money</dc:title>
  <dc:subject>PptxGenJS Presentation</dc:subject>
  <dc:creator>Chloe Hsieh</dc:creator>
  <cp:lastModifiedBy>Chloe Hsieh</cp:lastModifiedBy>
  <cp:revision>1</cp:revision>
  <dcterms:created xsi:type="dcterms:W3CDTF">2026-10-19T13:18:53Z</dcterms:created>
  <dcterms:modified xsi:type="dcterms:W3CDTF">2026-10-19T13:18:53Z</dcterms:modified>
</cp:coreProperties>
</file>